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2807A-760C-4A34-94E6-D4BDE44BE249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E670791-933D-4D76-B0B6-65B9AA0C3604}">
      <dgm:prSet/>
      <dgm:spPr/>
      <dgm:t>
        <a:bodyPr/>
        <a:lstStyle/>
        <a:p>
          <a:r>
            <a:rPr lang="en-ZA"/>
            <a:t>White Rock</a:t>
          </a:r>
          <a:endParaRPr lang="en-US"/>
        </a:p>
      </dgm:t>
    </dgm:pt>
    <dgm:pt modelId="{1F7F1F69-2FC0-4B4B-B8EE-BBC8CFF4707B}" type="parTrans" cxnId="{3CAAACBE-AED1-4F19-9AE1-181F38E8A274}">
      <dgm:prSet/>
      <dgm:spPr/>
      <dgm:t>
        <a:bodyPr/>
        <a:lstStyle/>
        <a:p>
          <a:endParaRPr lang="en-US"/>
        </a:p>
      </dgm:t>
    </dgm:pt>
    <dgm:pt modelId="{BCBDB4A6-2E4D-492E-97E2-99C7427492AA}" type="sibTrans" cxnId="{3CAAACBE-AED1-4F19-9AE1-181F38E8A274}">
      <dgm:prSet/>
      <dgm:spPr/>
      <dgm:t>
        <a:bodyPr/>
        <a:lstStyle/>
        <a:p>
          <a:endParaRPr lang="en-US"/>
        </a:p>
      </dgm:t>
    </dgm:pt>
    <dgm:pt modelId="{E47BE973-5A9B-49E9-9E5A-3D1757883E27}">
      <dgm:prSet/>
      <dgm:spPr/>
      <dgm:t>
        <a:bodyPr/>
        <a:lstStyle/>
        <a:p>
          <a:r>
            <a:rPr lang="en-ZA"/>
            <a:t>White Rock Crush</a:t>
          </a:r>
          <a:endParaRPr lang="en-US"/>
        </a:p>
      </dgm:t>
    </dgm:pt>
    <dgm:pt modelId="{E15C061A-E0E2-4210-AB9A-8EFAFF7BA835}" type="parTrans" cxnId="{408BC3A9-82C5-4CBF-BCA0-4141B91CA22C}">
      <dgm:prSet/>
      <dgm:spPr/>
      <dgm:t>
        <a:bodyPr/>
        <a:lstStyle/>
        <a:p>
          <a:endParaRPr lang="en-US"/>
        </a:p>
      </dgm:t>
    </dgm:pt>
    <dgm:pt modelId="{10E819E4-9622-4207-83DC-86572E5E1B17}" type="sibTrans" cxnId="{408BC3A9-82C5-4CBF-BCA0-4141B91CA22C}">
      <dgm:prSet/>
      <dgm:spPr/>
      <dgm:t>
        <a:bodyPr/>
        <a:lstStyle/>
        <a:p>
          <a:endParaRPr lang="en-US"/>
        </a:p>
      </dgm:t>
    </dgm:pt>
    <dgm:pt modelId="{A49FDD66-BCA1-4E5B-82BD-B596C99EA41C}">
      <dgm:prSet/>
      <dgm:spPr/>
      <dgm:t>
        <a:bodyPr/>
        <a:lstStyle/>
        <a:p>
          <a:r>
            <a:rPr lang="en-ZA"/>
            <a:t>Brown River Rock </a:t>
          </a:r>
          <a:endParaRPr lang="en-US"/>
        </a:p>
      </dgm:t>
    </dgm:pt>
    <dgm:pt modelId="{279E167E-9E6B-484F-A64C-0A639AAA215C}" type="parTrans" cxnId="{12DBE738-49DF-41F9-A0A2-8B537E4E0BAB}">
      <dgm:prSet/>
      <dgm:spPr/>
      <dgm:t>
        <a:bodyPr/>
        <a:lstStyle/>
        <a:p>
          <a:endParaRPr lang="en-US"/>
        </a:p>
      </dgm:t>
    </dgm:pt>
    <dgm:pt modelId="{A739A30E-8E4A-4868-94B8-41C02F94043C}" type="sibTrans" cxnId="{12DBE738-49DF-41F9-A0A2-8B537E4E0BAB}">
      <dgm:prSet/>
      <dgm:spPr/>
      <dgm:t>
        <a:bodyPr/>
        <a:lstStyle/>
        <a:p>
          <a:endParaRPr lang="en-US"/>
        </a:p>
      </dgm:t>
    </dgm:pt>
    <dgm:pt modelId="{4EBB1180-81B4-41F4-98BC-C52ECF83CFCA}">
      <dgm:prSet/>
      <dgm:spPr/>
      <dgm:t>
        <a:bodyPr/>
        <a:lstStyle/>
        <a:p>
          <a:r>
            <a:rPr lang="en-ZA"/>
            <a:t>Brown Gravel Pebble </a:t>
          </a:r>
          <a:endParaRPr lang="en-US"/>
        </a:p>
      </dgm:t>
    </dgm:pt>
    <dgm:pt modelId="{79E0FC62-0CAA-43EB-817E-622650B1E6A2}" type="parTrans" cxnId="{672DD640-82D4-415F-AD0C-296C4AD1DCFF}">
      <dgm:prSet/>
      <dgm:spPr/>
      <dgm:t>
        <a:bodyPr/>
        <a:lstStyle/>
        <a:p>
          <a:endParaRPr lang="en-US"/>
        </a:p>
      </dgm:t>
    </dgm:pt>
    <dgm:pt modelId="{0544140D-44BC-4D31-B46B-F9857765A867}" type="sibTrans" cxnId="{672DD640-82D4-415F-AD0C-296C4AD1DCFF}">
      <dgm:prSet/>
      <dgm:spPr/>
      <dgm:t>
        <a:bodyPr/>
        <a:lstStyle/>
        <a:p>
          <a:endParaRPr lang="en-US"/>
        </a:p>
      </dgm:t>
    </dgm:pt>
    <dgm:pt modelId="{EE7E9C79-45AA-4AFD-8993-56582AF425EA}">
      <dgm:prSet/>
      <dgm:spPr/>
      <dgm:t>
        <a:bodyPr/>
        <a:lstStyle/>
        <a:p>
          <a:r>
            <a:rPr lang="en-ZA"/>
            <a:t>Rose Quartz rock</a:t>
          </a:r>
          <a:endParaRPr lang="en-US"/>
        </a:p>
      </dgm:t>
    </dgm:pt>
    <dgm:pt modelId="{3AE69E91-63D4-4349-A92C-B348743305F3}" type="parTrans" cxnId="{F816E30A-74A0-46ED-B0B2-11F8511D01CF}">
      <dgm:prSet/>
      <dgm:spPr/>
      <dgm:t>
        <a:bodyPr/>
        <a:lstStyle/>
        <a:p>
          <a:endParaRPr lang="en-US"/>
        </a:p>
      </dgm:t>
    </dgm:pt>
    <dgm:pt modelId="{3EC53D16-5586-47C6-98AC-5D52B6BFBA1D}" type="sibTrans" cxnId="{F816E30A-74A0-46ED-B0B2-11F8511D01CF}">
      <dgm:prSet/>
      <dgm:spPr/>
      <dgm:t>
        <a:bodyPr/>
        <a:lstStyle/>
        <a:p>
          <a:endParaRPr lang="en-US"/>
        </a:p>
      </dgm:t>
    </dgm:pt>
    <dgm:pt modelId="{C1486935-AFAB-4B91-8EF2-57E622092168}">
      <dgm:prSet/>
      <dgm:spPr/>
      <dgm:t>
        <a:bodyPr/>
        <a:lstStyle/>
        <a:p>
          <a:r>
            <a:rPr lang="en-ZA"/>
            <a:t>Quartz Pebble</a:t>
          </a:r>
          <a:br>
            <a:rPr lang="en-ZA"/>
          </a:br>
          <a:endParaRPr lang="en-US"/>
        </a:p>
      </dgm:t>
    </dgm:pt>
    <dgm:pt modelId="{29B0E34C-E956-4201-AB0B-313EDEE1424B}" type="parTrans" cxnId="{B6DE9A5C-CFD2-407D-98A2-553F84867ADD}">
      <dgm:prSet/>
      <dgm:spPr/>
      <dgm:t>
        <a:bodyPr/>
        <a:lstStyle/>
        <a:p>
          <a:endParaRPr lang="en-US"/>
        </a:p>
      </dgm:t>
    </dgm:pt>
    <dgm:pt modelId="{D41DCDB2-C4F1-4E45-9D50-82B91F91D382}" type="sibTrans" cxnId="{B6DE9A5C-CFD2-407D-98A2-553F84867ADD}">
      <dgm:prSet/>
      <dgm:spPr/>
      <dgm:t>
        <a:bodyPr/>
        <a:lstStyle/>
        <a:p>
          <a:endParaRPr lang="en-US"/>
        </a:p>
      </dgm:t>
    </dgm:pt>
    <dgm:pt modelId="{B5AAED8D-7C0A-455C-A1F9-FB88D6D30F5E}" type="pres">
      <dgm:prSet presAssocID="{3D12807A-760C-4A34-94E6-D4BDE44BE249}" presName="diagram" presStyleCnt="0">
        <dgm:presLayoutVars>
          <dgm:dir/>
          <dgm:resizeHandles val="exact"/>
        </dgm:presLayoutVars>
      </dgm:prSet>
      <dgm:spPr/>
    </dgm:pt>
    <dgm:pt modelId="{3491CA61-7F74-4593-97DD-A8135FB55466}" type="pres">
      <dgm:prSet presAssocID="{7E670791-933D-4D76-B0B6-65B9AA0C3604}" presName="node" presStyleLbl="node1" presStyleIdx="0" presStyleCnt="6">
        <dgm:presLayoutVars>
          <dgm:bulletEnabled val="1"/>
        </dgm:presLayoutVars>
      </dgm:prSet>
      <dgm:spPr/>
    </dgm:pt>
    <dgm:pt modelId="{3BAC94DD-46B6-4F4D-885E-6BA7A86476B6}" type="pres">
      <dgm:prSet presAssocID="{BCBDB4A6-2E4D-492E-97E2-99C7427492AA}" presName="sibTrans" presStyleCnt="0"/>
      <dgm:spPr/>
    </dgm:pt>
    <dgm:pt modelId="{2BF3A2CB-64BE-4E8A-A41C-8EC7927D4BF5}" type="pres">
      <dgm:prSet presAssocID="{E47BE973-5A9B-49E9-9E5A-3D1757883E27}" presName="node" presStyleLbl="node1" presStyleIdx="1" presStyleCnt="6">
        <dgm:presLayoutVars>
          <dgm:bulletEnabled val="1"/>
        </dgm:presLayoutVars>
      </dgm:prSet>
      <dgm:spPr/>
    </dgm:pt>
    <dgm:pt modelId="{FF297707-DEC8-4BC8-AD12-F6EDD4BDABF4}" type="pres">
      <dgm:prSet presAssocID="{10E819E4-9622-4207-83DC-86572E5E1B17}" presName="sibTrans" presStyleCnt="0"/>
      <dgm:spPr/>
    </dgm:pt>
    <dgm:pt modelId="{C37E85F1-897F-4A38-9336-D2D2E571BC9E}" type="pres">
      <dgm:prSet presAssocID="{A49FDD66-BCA1-4E5B-82BD-B596C99EA41C}" presName="node" presStyleLbl="node1" presStyleIdx="2" presStyleCnt="6">
        <dgm:presLayoutVars>
          <dgm:bulletEnabled val="1"/>
        </dgm:presLayoutVars>
      </dgm:prSet>
      <dgm:spPr/>
    </dgm:pt>
    <dgm:pt modelId="{D422DFEC-DBBE-4A7D-B9AA-90270354F9EA}" type="pres">
      <dgm:prSet presAssocID="{A739A30E-8E4A-4868-94B8-41C02F94043C}" presName="sibTrans" presStyleCnt="0"/>
      <dgm:spPr/>
    </dgm:pt>
    <dgm:pt modelId="{9E6280DD-9ECD-4AB6-BC86-2839F0895E00}" type="pres">
      <dgm:prSet presAssocID="{4EBB1180-81B4-41F4-98BC-C52ECF83CFCA}" presName="node" presStyleLbl="node1" presStyleIdx="3" presStyleCnt="6">
        <dgm:presLayoutVars>
          <dgm:bulletEnabled val="1"/>
        </dgm:presLayoutVars>
      </dgm:prSet>
      <dgm:spPr/>
    </dgm:pt>
    <dgm:pt modelId="{E4D623FF-0FFF-409E-9962-D547E7FDFE3E}" type="pres">
      <dgm:prSet presAssocID="{0544140D-44BC-4D31-B46B-F9857765A867}" presName="sibTrans" presStyleCnt="0"/>
      <dgm:spPr/>
    </dgm:pt>
    <dgm:pt modelId="{D36D3B55-F731-481B-B37E-0AC9B68F558A}" type="pres">
      <dgm:prSet presAssocID="{EE7E9C79-45AA-4AFD-8993-56582AF425EA}" presName="node" presStyleLbl="node1" presStyleIdx="4" presStyleCnt="6">
        <dgm:presLayoutVars>
          <dgm:bulletEnabled val="1"/>
        </dgm:presLayoutVars>
      </dgm:prSet>
      <dgm:spPr/>
    </dgm:pt>
    <dgm:pt modelId="{C4784442-7D99-403C-9D54-40B6A9D28806}" type="pres">
      <dgm:prSet presAssocID="{3EC53D16-5586-47C6-98AC-5D52B6BFBA1D}" presName="sibTrans" presStyleCnt="0"/>
      <dgm:spPr/>
    </dgm:pt>
    <dgm:pt modelId="{A17A92F2-174E-48B0-9AE5-8CFE9DD83E41}" type="pres">
      <dgm:prSet presAssocID="{C1486935-AFAB-4B91-8EF2-57E622092168}" presName="node" presStyleLbl="node1" presStyleIdx="5" presStyleCnt="6">
        <dgm:presLayoutVars>
          <dgm:bulletEnabled val="1"/>
        </dgm:presLayoutVars>
      </dgm:prSet>
      <dgm:spPr/>
    </dgm:pt>
  </dgm:ptLst>
  <dgm:cxnLst>
    <dgm:cxn modelId="{F816E30A-74A0-46ED-B0B2-11F8511D01CF}" srcId="{3D12807A-760C-4A34-94E6-D4BDE44BE249}" destId="{EE7E9C79-45AA-4AFD-8993-56582AF425EA}" srcOrd="4" destOrd="0" parTransId="{3AE69E91-63D4-4349-A92C-B348743305F3}" sibTransId="{3EC53D16-5586-47C6-98AC-5D52B6BFBA1D}"/>
    <dgm:cxn modelId="{5945E32D-FB89-4B7E-9D60-C29066558187}" type="presOf" srcId="{7E670791-933D-4D76-B0B6-65B9AA0C3604}" destId="{3491CA61-7F74-4593-97DD-A8135FB55466}" srcOrd="0" destOrd="0" presId="urn:microsoft.com/office/officeart/2005/8/layout/default"/>
    <dgm:cxn modelId="{A4FB3B36-F164-402C-B893-239B3678CF82}" type="presOf" srcId="{E47BE973-5A9B-49E9-9E5A-3D1757883E27}" destId="{2BF3A2CB-64BE-4E8A-A41C-8EC7927D4BF5}" srcOrd="0" destOrd="0" presId="urn:microsoft.com/office/officeart/2005/8/layout/default"/>
    <dgm:cxn modelId="{12DBE738-49DF-41F9-A0A2-8B537E4E0BAB}" srcId="{3D12807A-760C-4A34-94E6-D4BDE44BE249}" destId="{A49FDD66-BCA1-4E5B-82BD-B596C99EA41C}" srcOrd="2" destOrd="0" parTransId="{279E167E-9E6B-484F-A64C-0A639AAA215C}" sibTransId="{A739A30E-8E4A-4868-94B8-41C02F94043C}"/>
    <dgm:cxn modelId="{672DD640-82D4-415F-AD0C-296C4AD1DCFF}" srcId="{3D12807A-760C-4A34-94E6-D4BDE44BE249}" destId="{4EBB1180-81B4-41F4-98BC-C52ECF83CFCA}" srcOrd="3" destOrd="0" parTransId="{79E0FC62-0CAA-43EB-817E-622650B1E6A2}" sibTransId="{0544140D-44BC-4D31-B46B-F9857765A867}"/>
    <dgm:cxn modelId="{B6DE9A5C-CFD2-407D-98A2-553F84867ADD}" srcId="{3D12807A-760C-4A34-94E6-D4BDE44BE249}" destId="{C1486935-AFAB-4B91-8EF2-57E622092168}" srcOrd="5" destOrd="0" parTransId="{29B0E34C-E956-4201-AB0B-313EDEE1424B}" sibTransId="{D41DCDB2-C4F1-4E45-9D50-82B91F91D382}"/>
    <dgm:cxn modelId="{887D726F-C092-4316-9E8F-9FF0B2A5E2A8}" type="presOf" srcId="{A49FDD66-BCA1-4E5B-82BD-B596C99EA41C}" destId="{C37E85F1-897F-4A38-9336-D2D2E571BC9E}" srcOrd="0" destOrd="0" presId="urn:microsoft.com/office/officeart/2005/8/layout/default"/>
    <dgm:cxn modelId="{DC9BB67C-D2A3-4DFE-A51B-CDC4E1CFD530}" type="presOf" srcId="{EE7E9C79-45AA-4AFD-8993-56582AF425EA}" destId="{D36D3B55-F731-481B-B37E-0AC9B68F558A}" srcOrd="0" destOrd="0" presId="urn:microsoft.com/office/officeart/2005/8/layout/default"/>
    <dgm:cxn modelId="{408BC3A9-82C5-4CBF-BCA0-4141B91CA22C}" srcId="{3D12807A-760C-4A34-94E6-D4BDE44BE249}" destId="{E47BE973-5A9B-49E9-9E5A-3D1757883E27}" srcOrd="1" destOrd="0" parTransId="{E15C061A-E0E2-4210-AB9A-8EFAFF7BA835}" sibTransId="{10E819E4-9622-4207-83DC-86572E5E1B17}"/>
    <dgm:cxn modelId="{6543CAAC-FA0B-4A73-8B9A-72E6B1F03450}" type="presOf" srcId="{4EBB1180-81B4-41F4-98BC-C52ECF83CFCA}" destId="{9E6280DD-9ECD-4AB6-BC86-2839F0895E00}" srcOrd="0" destOrd="0" presId="urn:microsoft.com/office/officeart/2005/8/layout/default"/>
    <dgm:cxn modelId="{3CAAACBE-AED1-4F19-9AE1-181F38E8A274}" srcId="{3D12807A-760C-4A34-94E6-D4BDE44BE249}" destId="{7E670791-933D-4D76-B0B6-65B9AA0C3604}" srcOrd="0" destOrd="0" parTransId="{1F7F1F69-2FC0-4B4B-B8EE-BBC8CFF4707B}" sibTransId="{BCBDB4A6-2E4D-492E-97E2-99C7427492AA}"/>
    <dgm:cxn modelId="{A6D510DD-AEF9-4634-A70F-DEDC9BF5DBA1}" type="presOf" srcId="{3D12807A-760C-4A34-94E6-D4BDE44BE249}" destId="{B5AAED8D-7C0A-455C-A1F9-FB88D6D30F5E}" srcOrd="0" destOrd="0" presId="urn:microsoft.com/office/officeart/2005/8/layout/default"/>
    <dgm:cxn modelId="{8AEA9FFB-F477-4238-84B2-E98A6F45DC57}" type="presOf" srcId="{C1486935-AFAB-4B91-8EF2-57E622092168}" destId="{A17A92F2-174E-48B0-9AE5-8CFE9DD83E41}" srcOrd="0" destOrd="0" presId="urn:microsoft.com/office/officeart/2005/8/layout/default"/>
    <dgm:cxn modelId="{8B6BDE60-A8D8-4020-B1AF-6329196FD249}" type="presParOf" srcId="{B5AAED8D-7C0A-455C-A1F9-FB88D6D30F5E}" destId="{3491CA61-7F74-4593-97DD-A8135FB55466}" srcOrd="0" destOrd="0" presId="urn:microsoft.com/office/officeart/2005/8/layout/default"/>
    <dgm:cxn modelId="{F56BDE96-5626-4BF2-A27F-19CFA1653C02}" type="presParOf" srcId="{B5AAED8D-7C0A-455C-A1F9-FB88D6D30F5E}" destId="{3BAC94DD-46B6-4F4D-885E-6BA7A86476B6}" srcOrd="1" destOrd="0" presId="urn:microsoft.com/office/officeart/2005/8/layout/default"/>
    <dgm:cxn modelId="{99FE1811-BFDD-4B8B-A978-5E8E2DA8198C}" type="presParOf" srcId="{B5AAED8D-7C0A-455C-A1F9-FB88D6D30F5E}" destId="{2BF3A2CB-64BE-4E8A-A41C-8EC7927D4BF5}" srcOrd="2" destOrd="0" presId="urn:microsoft.com/office/officeart/2005/8/layout/default"/>
    <dgm:cxn modelId="{923BA686-2B38-4B6F-8F94-C7C7F91DEECA}" type="presParOf" srcId="{B5AAED8D-7C0A-455C-A1F9-FB88D6D30F5E}" destId="{FF297707-DEC8-4BC8-AD12-F6EDD4BDABF4}" srcOrd="3" destOrd="0" presId="urn:microsoft.com/office/officeart/2005/8/layout/default"/>
    <dgm:cxn modelId="{77B231F2-402C-4EEE-BE3A-A49909510F7A}" type="presParOf" srcId="{B5AAED8D-7C0A-455C-A1F9-FB88D6D30F5E}" destId="{C37E85F1-897F-4A38-9336-D2D2E571BC9E}" srcOrd="4" destOrd="0" presId="urn:microsoft.com/office/officeart/2005/8/layout/default"/>
    <dgm:cxn modelId="{1969488C-7F54-4371-8566-DD93E6196F8C}" type="presParOf" srcId="{B5AAED8D-7C0A-455C-A1F9-FB88D6D30F5E}" destId="{D422DFEC-DBBE-4A7D-B9AA-90270354F9EA}" srcOrd="5" destOrd="0" presId="urn:microsoft.com/office/officeart/2005/8/layout/default"/>
    <dgm:cxn modelId="{436A2D4A-EB45-40FE-8A52-626E4532D505}" type="presParOf" srcId="{B5AAED8D-7C0A-455C-A1F9-FB88D6D30F5E}" destId="{9E6280DD-9ECD-4AB6-BC86-2839F0895E00}" srcOrd="6" destOrd="0" presId="urn:microsoft.com/office/officeart/2005/8/layout/default"/>
    <dgm:cxn modelId="{FBBADC6E-C976-4ED7-BE97-3F408A1F0B83}" type="presParOf" srcId="{B5AAED8D-7C0A-455C-A1F9-FB88D6D30F5E}" destId="{E4D623FF-0FFF-409E-9962-D547E7FDFE3E}" srcOrd="7" destOrd="0" presId="urn:microsoft.com/office/officeart/2005/8/layout/default"/>
    <dgm:cxn modelId="{3DAF771A-1726-43DD-8368-AF0A6CA00DAE}" type="presParOf" srcId="{B5AAED8D-7C0A-455C-A1F9-FB88D6D30F5E}" destId="{D36D3B55-F731-481B-B37E-0AC9B68F558A}" srcOrd="8" destOrd="0" presId="urn:microsoft.com/office/officeart/2005/8/layout/default"/>
    <dgm:cxn modelId="{A3114C0F-F5C2-4AC2-B9FC-C149C699A125}" type="presParOf" srcId="{B5AAED8D-7C0A-455C-A1F9-FB88D6D30F5E}" destId="{C4784442-7D99-403C-9D54-40B6A9D28806}" srcOrd="9" destOrd="0" presId="urn:microsoft.com/office/officeart/2005/8/layout/default"/>
    <dgm:cxn modelId="{17E5DA0A-18EF-474F-8ED0-BC065647DC80}" type="presParOf" srcId="{B5AAED8D-7C0A-455C-A1F9-FB88D6D30F5E}" destId="{A17A92F2-174E-48B0-9AE5-8CFE9DD83E4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1CA61-7F74-4593-97DD-A8135FB55466}">
      <dsp:nvSpPr>
        <dsp:cNvPr id="0" name=""/>
        <dsp:cNvSpPr/>
      </dsp:nvSpPr>
      <dsp:spPr>
        <a:xfrm>
          <a:off x="477" y="156620"/>
          <a:ext cx="1862679" cy="11176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White Rock</a:t>
          </a:r>
          <a:endParaRPr lang="en-US" sz="2200" kern="1200"/>
        </a:p>
      </dsp:txBody>
      <dsp:txXfrm>
        <a:off x="477" y="156620"/>
        <a:ext cx="1862679" cy="1117607"/>
      </dsp:txXfrm>
    </dsp:sp>
    <dsp:sp modelId="{2BF3A2CB-64BE-4E8A-A41C-8EC7927D4BF5}">
      <dsp:nvSpPr>
        <dsp:cNvPr id="0" name=""/>
        <dsp:cNvSpPr/>
      </dsp:nvSpPr>
      <dsp:spPr>
        <a:xfrm>
          <a:off x="2049425" y="156620"/>
          <a:ext cx="1862679" cy="11176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White Rock Crush</a:t>
          </a:r>
          <a:endParaRPr lang="en-US" sz="2200" kern="1200"/>
        </a:p>
      </dsp:txBody>
      <dsp:txXfrm>
        <a:off x="2049425" y="156620"/>
        <a:ext cx="1862679" cy="1117607"/>
      </dsp:txXfrm>
    </dsp:sp>
    <dsp:sp modelId="{C37E85F1-897F-4A38-9336-D2D2E571BC9E}">
      <dsp:nvSpPr>
        <dsp:cNvPr id="0" name=""/>
        <dsp:cNvSpPr/>
      </dsp:nvSpPr>
      <dsp:spPr>
        <a:xfrm>
          <a:off x="477" y="1460496"/>
          <a:ext cx="1862679" cy="11176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Brown River Rock </a:t>
          </a:r>
          <a:endParaRPr lang="en-US" sz="2200" kern="1200"/>
        </a:p>
      </dsp:txBody>
      <dsp:txXfrm>
        <a:off x="477" y="1460496"/>
        <a:ext cx="1862679" cy="1117607"/>
      </dsp:txXfrm>
    </dsp:sp>
    <dsp:sp modelId="{9E6280DD-9ECD-4AB6-BC86-2839F0895E00}">
      <dsp:nvSpPr>
        <dsp:cNvPr id="0" name=""/>
        <dsp:cNvSpPr/>
      </dsp:nvSpPr>
      <dsp:spPr>
        <a:xfrm>
          <a:off x="2049425" y="1460496"/>
          <a:ext cx="1862679" cy="11176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Brown Gravel Pebble </a:t>
          </a:r>
          <a:endParaRPr lang="en-US" sz="2200" kern="1200"/>
        </a:p>
      </dsp:txBody>
      <dsp:txXfrm>
        <a:off x="2049425" y="1460496"/>
        <a:ext cx="1862679" cy="1117607"/>
      </dsp:txXfrm>
    </dsp:sp>
    <dsp:sp modelId="{D36D3B55-F731-481B-B37E-0AC9B68F558A}">
      <dsp:nvSpPr>
        <dsp:cNvPr id="0" name=""/>
        <dsp:cNvSpPr/>
      </dsp:nvSpPr>
      <dsp:spPr>
        <a:xfrm>
          <a:off x="477" y="2764371"/>
          <a:ext cx="1862679" cy="11176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Rose Quartz rock</a:t>
          </a:r>
          <a:endParaRPr lang="en-US" sz="2200" kern="1200"/>
        </a:p>
      </dsp:txBody>
      <dsp:txXfrm>
        <a:off x="477" y="2764371"/>
        <a:ext cx="1862679" cy="1117607"/>
      </dsp:txXfrm>
    </dsp:sp>
    <dsp:sp modelId="{A17A92F2-174E-48B0-9AE5-8CFE9DD83E41}">
      <dsp:nvSpPr>
        <dsp:cNvPr id="0" name=""/>
        <dsp:cNvSpPr/>
      </dsp:nvSpPr>
      <dsp:spPr>
        <a:xfrm>
          <a:off x="2049425" y="2764371"/>
          <a:ext cx="1862679" cy="11176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Quartz Pebble</a:t>
          </a:r>
          <a:br>
            <a:rPr lang="en-ZA" sz="2200" kern="1200"/>
          </a:br>
          <a:endParaRPr lang="en-US" sz="2200" kern="1200"/>
        </a:p>
      </dsp:txBody>
      <dsp:txXfrm>
        <a:off x="2049425" y="2764371"/>
        <a:ext cx="1862679" cy="11176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728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33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396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4083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688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750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395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74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742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1953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741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BC1A80D-8849-475C-BF98-F5656DFD724B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292A4A9F-346C-44CF-97C0-D938248236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777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7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.xml"/><Relationship Id="rId5" Type="http://schemas.openxmlformats.org/officeDocument/2006/relationships/image" Target="../media/image9.png"/><Relationship Id="rId10" Type="http://schemas.microsoft.com/office/2007/relationships/diagramDrawing" Target="../diagrams/drawing1.xml"/><Relationship Id="rId4" Type="http://schemas.openxmlformats.org/officeDocument/2006/relationships/image" Target="../media/image8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2EA6A6-CD0C-4CFD-8EC2-AA44F9870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C83F5-C1B7-2501-F0A6-FF3885AE4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>
                <a:solidFill>
                  <a:schemeClr val="accent1"/>
                </a:solidFill>
              </a:rPr>
              <a:t>🌿 Transform Your Outdoor</a:t>
            </a:r>
          </a:p>
        </p:txBody>
      </p:sp>
      <p:pic>
        <p:nvPicPr>
          <p:cNvPr id="5" name="Picture 4" descr="A logo for a landscape company&#10;&#10;AI-generated content may be incorrect.">
            <a:extLst>
              <a:ext uri="{FF2B5EF4-FFF2-40B4-BE49-F238E27FC236}">
                <a16:creationId xmlns:a16="http://schemas.microsoft.com/office/drawing/2014/main" id="{9E01678E-5735-B1A9-F730-DBEE27949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54" y="857675"/>
            <a:ext cx="3431396" cy="514066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568A2C7-2ECC-CA5E-D8CE-10D9CDEF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 algn="l">
              <a:buFont typeface="Corbel" pitchFamily="34" charset="0"/>
              <a:buChar char="•"/>
            </a:pPr>
            <a:r>
              <a:rPr lang="en-US" sz="1500">
                <a:solidFill>
                  <a:schemeClr val="accent1"/>
                </a:solidFill>
              </a:rPr>
              <a:t>Step into a world where nature meets design. This booklet is your guide to creating inviting, stylish, and functional outdoor spaces. From lush </a:t>
            </a:r>
            <a:r>
              <a:rPr lang="en-US" sz="1500" b="1">
                <a:solidFill>
                  <a:schemeClr val="accent1"/>
                </a:solidFill>
              </a:rPr>
              <a:t>plant options</a:t>
            </a:r>
            <a:r>
              <a:rPr lang="en-US" sz="1500">
                <a:solidFill>
                  <a:schemeClr val="accent1"/>
                </a:solidFill>
              </a:rPr>
              <a:t> that bring life and color, to carefully chosen </a:t>
            </a:r>
            <a:r>
              <a:rPr lang="en-US" sz="1500" b="1">
                <a:solidFill>
                  <a:schemeClr val="accent1"/>
                </a:solidFill>
              </a:rPr>
              <a:t>pots</a:t>
            </a:r>
            <a:r>
              <a:rPr lang="en-US" sz="1500">
                <a:solidFill>
                  <a:schemeClr val="accent1"/>
                </a:solidFill>
              </a:rPr>
              <a:t> that frame them beautifully, every detail matters.</a:t>
            </a:r>
          </a:p>
          <a:p>
            <a:pPr indent="-182880" algn="l">
              <a:buFont typeface="Corbel" pitchFamily="34" charset="0"/>
              <a:buChar char="•"/>
            </a:pPr>
            <a:r>
              <a:rPr lang="en-US" sz="1500">
                <a:solidFill>
                  <a:schemeClr val="accent1"/>
                </a:solidFill>
              </a:rPr>
              <a:t>Discover the textures of </a:t>
            </a:r>
            <a:r>
              <a:rPr lang="en-US" sz="1500" b="1">
                <a:solidFill>
                  <a:schemeClr val="accent1"/>
                </a:solidFill>
              </a:rPr>
              <a:t>stones</a:t>
            </a:r>
            <a:r>
              <a:rPr lang="en-US" sz="1500">
                <a:solidFill>
                  <a:schemeClr val="accent1"/>
                </a:solidFill>
              </a:rPr>
              <a:t> that ground your garden with character, the glow of </a:t>
            </a:r>
            <a:r>
              <a:rPr lang="en-US" sz="1500" b="1">
                <a:solidFill>
                  <a:schemeClr val="accent1"/>
                </a:solidFill>
              </a:rPr>
              <a:t>outdoor lights</a:t>
            </a:r>
            <a:r>
              <a:rPr lang="en-US" sz="1500">
                <a:solidFill>
                  <a:schemeClr val="accent1"/>
                </a:solidFill>
              </a:rPr>
              <a:t> that set the mood, and the comfort of </a:t>
            </a:r>
            <a:r>
              <a:rPr lang="en-US" sz="1500" b="1">
                <a:solidFill>
                  <a:schemeClr val="accent1"/>
                </a:solidFill>
              </a:rPr>
              <a:t>furniture</a:t>
            </a:r>
            <a:r>
              <a:rPr lang="en-US" sz="1500">
                <a:solidFill>
                  <a:schemeClr val="accent1"/>
                </a:solidFill>
              </a:rPr>
              <a:t> that turns patios into living rooms under the sky.</a:t>
            </a:r>
          </a:p>
          <a:p>
            <a:pPr indent="-182880" algn="l">
              <a:buFont typeface="Corbel" pitchFamily="34" charset="0"/>
              <a:buChar char="•"/>
            </a:pPr>
            <a:r>
              <a:rPr lang="en-US" sz="1500">
                <a:solidFill>
                  <a:schemeClr val="accent1"/>
                </a:solidFill>
              </a:rPr>
              <a:t>Whether you’re crafting a tranquil retreat or a vibrant entertaining area, these curated selections will help you shape an outdoor space that reflects your personality and lifestyle.</a:t>
            </a:r>
          </a:p>
          <a:p>
            <a:pPr indent="-182880" algn="l">
              <a:buFont typeface="Corbel" pitchFamily="34" charset="0"/>
              <a:buChar char="•"/>
            </a:pPr>
            <a:endParaRPr lang="en-US" sz="15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01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38A63-3FD5-6528-532A-5AAB66C9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/>
              <a:t>LOW MAINTENANCE GARDEN</a:t>
            </a:r>
          </a:p>
        </p:txBody>
      </p:sp>
      <p:pic>
        <p:nvPicPr>
          <p:cNvPr id="15" name="Picture 14" descr="A close-up of purple flowers&#10;&#10;AI-generated content may be incorrect.">
            <a:extLst>
              <a:ext uri="{FF2B5EF4-FFF2-40B4-BE49-F238E27FC236}">
                <a16:creationId xmlns:a16="http://schemas.microsoft.com/office/drawing/2014/main" id="{21C4EDB1-5771-C921-391B-BF5062DD0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816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7" name="Picture 6" descr="A tree with red flowers&#10;&#10;AI-generated content may be incorrect.">
            <a:extLst>
              <a:ext uri="{FF2B5EF4-FFF2-40B4-BE49-F238E27FC236}">
                <a16:creationId xmlns:a16="http://schemas.microsoft.com/office/drawing/2014/main" id="{4178A5B7-838D-3F18-E694-C045BC62C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4" r="7639" b="4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21" name="Picture 20" descr="A green plant with spikes&#10;&#10;AI-generated content may be incorrect.">
            <a:extLst>
              <a:ext uri="{FF2B5EF4-FFF2-40B4-BE49-F238E27FC236}">
                <a16:creationId xmlns:a16="http://schemas.microsoft.com/office/drawing/2014/main" id="{46ABFB29-30B9-BABC-4361-B667E508A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5" b="2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13" name="Picture 12" descr="Orange flowers on a bush&#10;&#10;AI-generated content may be incorrect.">
            <a:extLst>
              <a:ext uri="{FF2B5EF4-FFF2-40B4-BE49-F238E27FC236}">
                <a16:creationId xmlns:a16="http://schemas.microsoft.com/office/drawing/2014/main" id="{E9CE78FF-3C7B-122E-A3A2-2E3EE7D667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1" r="13411" b="4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20FCC-E4C2-5E81-9462-B36C809B3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19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F0C9C-5383-6954-A389-9132BB51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ROCKS AND STONES</a:t>
            </a:r>
          </a:p>
        </p:txBody>
      </p:sp>
      <p:pic>
        <p:nvPicPr>
          <p:cNvPr id="15" name="Picture 14" descr="A pile of pink rocks&#10;&#10;AI-generated content may be incorrect.">
            <a:extLst>
              <a:ext uri="{FF2B5EF4-FFF2-40B4-BE49-F238E27FC236}">
                <a16:creationId xmlns:a16="http://schemas.microsoft.com/office/drawing/2014/main" id="{ED0B1A2B-5F94-3B08-8593-E2D3EC8A12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948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11" name="Picture 10" descr="A pile of brown rocks&#10;&#10;AI-generated content may be incorrect.">
            <a:extLst>
              <a:ext uri="{FF2B5EF4-FFF2-40B4-BE49-F238E27FC236}">
                <a16:creationId xmlns:a16="http://schemas.microsoft.com/office/drawing/2014/main" id="{0A8ECE4D-3172-1015-C667-BD4436697E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69" r="7457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9" name="Picture 8" descr="A stone path with grass and bushes&#10;&#10;AI-generated content may be incorrect.">
            <a:extLst>
              <a:ext uri="{FF2B5EF4-FFF2-40B4-BE49-F238E27FC236}">
                <a16:creationId xmlns:a16="http://schemas.microsoft.com/office/drawing/2014/main" id="{545D49C5-0C3A-8408-576A-81AEE09E18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39" r="-4" b="-4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5" name="Picture 4" descr="A pile of white rocks&#10;&#10;AI-generated content may be incorrect.">
            <a:extLst>
              <a:ext uri="{FF2B5EF4-FFF2-40B4-BE49-F238E27FC236}">
                <a16:creationId xmlns:a16="http://schemas.microsoft.com/office/drawing/2014/main" id="{80607F56-5439-7717-F2DD-4910C46746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6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graphicFrame>
        <p:nvGraphicFramePr>
          <p:cNvPr id="19" name="Text Placeholder 2">
            <a:extLst>
              <a:ext uri="{FF2B5EF4-FFF2-40B4-BE49-F238E27FC236}">
                <a16:creationId xmlns:a16="http://schemas.microsoft.com/office/drawing/2014/main" id="{A65C957A-D2F0-6F24-8485-6C7304C242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6206967"/>
              </p:ext>
            </p:extLst>
          </p:nvPr>
        </p:nvGraphicFramePr>
        <p:xfrm>
          <a:off x="7558564" y="2057400"/>
          <a:ext cx="3912583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63714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99BD0D-57F7-49B3-B38C-0949622D4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89B96F-2879-43CA-958A-277BCBB00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A73C2C8-884F-499F-8303-6E5367B0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433F32-8525-4FDA-8754-A6D6D243D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0B5A9C7-E3C9-4AF5-8048-7FE820EF9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6DBB61-2416-AAEA-ECAD-391217A6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 dirty="0"/>
              <a:t>OUTDOOR FURNITURE</a:t>
            </a:r>
          </a:p>
        </p:txBody>
      </p:sp>
      <p:pic>
        <p:nvPicPr>
          <p:cNvPr id="17" name="Picture 16" descr="A group of concrete tables and benches&#10;&#10;AI-generated content may be incorrect.">
            <a:extLst>
              <a:ext uri="{FF2B5EF4-FFF2-40B4-BE49-F238E27FC236}">
                <a16:creationId xmlns:a16="http://schemas.microsoft.com/office/drawing/2014/main" id="{992BFCA6-F1DD-94B4-E5D0-94BDDCCFA3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13" r="22445" b="4"/>
          <a:stretch>
            <a:fillRect/>
          </a:stretch>
        </p:blipFill>
        <p:spPr>
          <a:xfrm>
            <a:off x="728472" y="741172"/>
            <a:ext cx="2558820" cy="3279644"/>
          </a:xfrm>
          <a:prstGeom prst="rect">
            <a:avLst/>
          </a:prstGeom>
        </p:spPr>
      </p:pic>
      <p:pic>
        <p:nvPicPr>
          <p:cNvPr id="15" name="Picture 14" descr="A group of statues in a garden&#10;&#10;AI-generated content may be incorrect.">
            <a:extLst>
              <a:ext uri="{FF2B5EF4-FFF2-40B4-BE49-F238E27FC236}">
                <a16:creationId xmlns:a16="http://schemas.microsoft.com/office/drawing/2014/main" id="{73294E8D-7C1A-0581-7E9B-B42FFE2016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47" r="24129" b="-4"/>
          <a:stretch>
            <a:fillRect/>
          </a:stretch>
        </p:blipFill>
        <p:spPr>
          <a:xfrm>
            <a:off x="3448159" y="741172"/>
            <a:ext cx="2558820" cy="3279644"/>
          </a:xfrm>
          <a:prstGeom prst="rect">
            <a:avLst/>
          </a:prstGeom>
        </p:spPr>
      </p:pic>
      <p:pic>
        <p:nvPicPr>
          <p:cNvPr id="13" name="Picture 12" descr="A fountain and plants in a garden&#10;&#10;AI-generated content may be incorrect.">
            <a:extLst>
              <a:ext uri="{FF2B5EF4-FFF2-40B4-BE49-F238E27FC236}">
                <a16:creationId xmlns:a16="http://schemas.microsoft.com/office/drawing/2014/main" id="{BA456DEE-7C39-0F73-1C85-2D319F88C0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625" r="42560" b="2"/>
          <a:stretch>
            <a:fillRect/>
          </a:stretch>
        </p:blipFill>
        <p:spPr>
          <a:xfrm>
            <a:off x="6167846" y="741172"/>
            <a:ext cx="2558820" cy="3279644"/>
          </a:xfrm>
          <a:prstGeom prst="rect">
            <a:avLst/>
          </a:prstGeom>
        </p:spPr>
      </p:pic>
      <p:pic>
        <p:nvPicPr>
          <p:cNvPr id="11" name="Picture 10" descr="A close-up of a couch&#10;&#10;AI-generated content may be incorrect.">
            <a:extLst>
              <a:ext uri="{FF2B5EF4-FFF2-40B4-BE49-F238E27FC236}">
                <a16:creationId xmlns:a16="http://schemas.microsoft.com/office/drawing/2014/main" id="{3327007F-9914-9534-7080-054C247CB5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961" r="47460" b="-1"/>
          <a:stretch>
            <a:fillRect/>
          </a:stretch>
        </p:blipFill>
        <p:spPr>
          <a:xfrm>
            <a:off x="8887532" y="741172"/>
            <a:ext cx="2575996" cy="32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8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99BD0D-57F7-49B3-B38C-0949622D4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89B96F-2879-43CA-958A-277BCBB00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A73C2C8-884F-499F-8303-6E5367B0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433F32-8525-4FDA-8754-A6D6D243D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B5A9C7-E3C9-4AF5-8048-7FE820EF9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9EF70A-3187-74EE-1E1E-3DC36678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/>
              <a:t>POTS</a:t>
            </a:r>
          </a:p>
        </p:txBody>
      </p:sp>
      <p:pic>
        <p:nvPicPr>
          <p:cNvPr id="9" name="Picture 8" descr="A group of plants in a garden&#10;&#10;AI-generated content may be incorrect.">
            <a:extLst>
              <a:ext uri="{FF2B5EF4-FFF2-40B4-BE49-F238E27FC236}">
                <a16:creationId xmlns:a16="http://schemas.microsoft.com/office/drawing/2014/main" id="{A1F2748E-C1CC-4BBC-64E4-D2D479C42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93" r="-2" b="-2"/>
          <a:stretch>
            <a:fillRect/>
          </a:stretch>
        </p:blipFill>
        <p:spPr>
          <a:xfrm>
            <a:off x="728472" y="741172"/>
            <a:ext cx="2558820" cy="3279644"/>
          </a:xfrm>
          <a:prstGeom prst="rect">
            <a:avLst/>
          </a:prstGeom>
        </p:spPr>
      </p:pic>
      <p:pic>
        <p:nvPicPr>
          <p:cNvPr id="11" name="Picture 10" descr="A group of large white and black vases&#10;&#10;AI-generated content may be incorrect.">
            <a:extLst>
              <a:ext uri="{FF2B5EF4-FFF2-40B4-BE49-F238E27FC236}">
                <a16:creationId xmlns:a16="http://schemas.microsoft.com/office/drawing/2014/main" id="{D59BFC99-DD6C-9E7F-6E5C-711273FE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6" r="49019" b="2"/>
          <a:stretch>
            <a:fillRect/>
          </a:stretch>
        </p:blipFill>
        <p:spPr>
          <a:xfrm>
            <a:off x="3448159" y="741172"/>
            <a:ext cx="2558820" cy="3279644"/>
          </a:xfrm>
          <a:prstGeom prst="rect">
            <a:avLst/>
          </a:prstGeom>
        </p:spPr>
      </p:pic>
      <p:pic>
        <p:nvPicPr>
          <p:cNvPr id="5" name="Picture 4" descr="A group of round pots with blue signs&#10;&#10;AI-generated content may be incorrect.">
            <a:extLst>
              <a:ext uri="{FF2B5EF4-FFF2-40B4-BE49-F238E27FC236}">
                <a16:creationId xmlns:a16="http://schemas.microsoft.com/office/drawing/2014/main" id="{0FF69E6A-5B82-F1A1-DAB9-4292D8B8B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78" r="42008"/>
          <a:stretch>
            <a:fillRect/>
          </a:stretch>
        </p:blipFill>
        <p:spPr>
          <a:xfrm>
            <a:off x="6167846" y="741172"/>
            <a:ext cx="2558820" cy="3279644"/>
          </a:xfrm>
          <a:prstGeom prst="rect">
            <a:avLst/>
          </a:prstGeom>
        </p:spPr>
      </p:pic>
      <p:pic>
        <p:nvPicPr>
          <p:cNvPr id="7" name="Picture 6" descr="A group of pots on the ground&#10;&#10;AI-generated content may be incorrect.">
            <a:extLst>
              <a:ext uri="{FF2B5EF4-FFF2-40B4-BE49-F238E27FC236}">
                <a16:creationId xmlns:a16="http://schemas.microsoft.com/office/drawing/2014/main" id="{F3304914-0CED-19CE-EF9A-DF20A7568C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074" r="32298"/>
          <a:stretch>
            <a:fillRect/>
          </a:stretch>
        </p:blipFill>
        <p:spPr>
          <a:xfrm>
            <a:off x="8887532" y="741172"/>
            <a:ext cx="2575996" cy="32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4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99BD0D-57F7-49B3-B38C-0949622D4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89B96F-2879-43CA-958A-277BCBB00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A73C2C8-884F-499F-8303-6E5367B0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433F32-8525-4FDA-8754-A6D6D243D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B5A9C7-E3C9-4AF5-8048-7FE820EF9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5B2BF4-6943-2C83-DE73-0328D673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/>
              <a:t>OUTDOOR LIGHTS </a:t>
            </a:r>
          </a:p>
        </p:txBody>
      </p:sp>
      <p:pic>
        <p:nvPicPr>
          <p:cNvPr id="17" name="Picture 16" descr="A light on the wall&#10;&#10;AI-generated content may be incorrect.">
            <a:extLst>
              <a:ext uri="{FF2B5EF4-FFF2-40B4-BE49-F238E27FC236}">
                <a16:creationId xmlns:a16="http://schemas.microsoft.com/office/drawing/2014/main" id="{30C78BF4-AD10-FF20-31DA-23A55851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11" r="15299" b="-5"/>
          <a:stretch>
            <a:fillRect/>
          </a:stretch>
        </p:blipFill>
        <p:spPr>
          <a:xfrm>
            <a:off x="728472" y="741172"/>
            <a:ext cx="2558820" cy="3279644"/>
          </a:xfrm>
          <a:prstGeom prst="rect">
            <a:avLst/>
          </a:prstGeom>
        </p:spPr>
      </p:pic>
      <p:pic>
        <p:nvPicPr>
          <p:cNvPr id="9" name="Picture 8" descr="A black wall light with a clear glass shade&#10;&#10;AI-generated content may be incorrect.">
            <a:extLst>
              <a:ext uri="{FF2B5EF4-FFF2-40B4-BE49-F238E27FC236}">
                <a16:creationId xmlns:a16="http://schemas.microsoft.com/office/drawing/2014/main" id="{617EF756-AB83-F30A-C27E-A753CAB4D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33" r="-2" b="-2"/>
          <a:stretch>
            <a:fillRect/>
          </a:stretch>
        </p:blipFill>
        <p:spPr>
          <a:xfrm>
            <a:off x="3448159" y="741172"/>
            <a:ext cx="2558820" cy="3279644"/>
          </a:xfrm>
          <a:prstGeom prst="rect">
            <a:avLst/>
          </a:prstGeom>
        </p:spPr>
      </p:pic>
      <p:pic>
        <p:nvPicPr>
          <p:cNvPr id="20" name="Picture 19" descr="A row of lights on a lawn&#10;&#10;AI-generated content may be incorrect.">
            <a:extLst>
              <a:ext uri="{FF2B5EF4-FFF2-40B4-BE49-F238E27FC236}">
                <a16:creationId xmlns:a16="http://schemas.microsoft.com/office/drawing/2014/main" id="{F01CFE4A-5B52-0FB9-8A8A-31355B6154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500" r="1" b="1"/>
          <a:stretch>
            <a:fillRect/>
          </a:stretch>
        </p:blipFill>
        <p:spPr>
          <a:xfrm>
            <a:off x="6167846" y="741172"/>
            <a:ext cx="2558820" cy="3279644"/>
          </a:xfrm>
          <a:prstGeom prst="rect">
            <a:avLst/>
          </a:prstGeom>
        </p:spPr>
      </p:pic>
      <p:pic>
        <p:nvPicPr>
          <p:cNvPr id="22" name="Picture 21" descr="A close-up of a solar light&#10;&#10;AI-generated content may be incorrect.">
            <a:extLst>
              <a:ext uri="{FF2B5EF4-FFF2-40B4-BE49-F238E27FC236}">
                <a16:creationId xmlns:a16="http://schemas.microsoft.com/office/drawing/2014/main" id="{45EC529A-66A2-7D37-3383-C46E7D4DDC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349" r="36756" b="-2"/>
          <a:stretch>
            <a:fillRect/>
          </a:stretch>
        </p:blipFill>
        <p:spPr>
          <a:xfrm>
            <a:off x="8887532" y="741172"/>
            <a:ext cx="2575996" cy="32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0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57</TotalTime>
  <Words>146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Corbel</vt:lpstr>
      <vt:lpstr>Basis</vt:lpstr>
      <vt:lpstr>🌿 Transform Your Outdoor</vt:lpstr>
      <vt:lpstr>LOW MAINTENANCE GARDEN</vt:lpstr>
      <vt:lpstr>ROCKS AND STONES</vt:lpstr>
      <vt:lpstr>OUTDOOR FURNITURE</vt:lpstr>
      <vt:lpstr>POTS</vt:lpstr>
      <vt:lpstr>OUTDOOR LIGHTS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15808</dc:creator>
  <cp:lastModifiedBy>15808</cp:lastModifiedBy>
  <cp:revision>4</cp:revision>
  <dcterms:created xsi:type="dcterms:W3CDTF">2025-12-13T06:07:30Z</dcterms:created>
  <dcterms:modified xsi:type="dcterms:W3CDTF">2026-02-10T10:24:04Z</dcterms:modified>
</cp:coreProperties>
</file>